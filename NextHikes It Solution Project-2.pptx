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70" r:id="rId4"/>
    <p:sldId id="259" r:id="rId5"/>
    <p:sldId id="260" r:id="rId6"/>
    <p:sldId id="261" r:id="rId7"/>
    <p:sldId id="264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179" autoAdjust="0"/>
  </p:normalViewPr>
  <p:slideViewPr>
    <p:cSldViewPr snapToGrid="0">
      <p:cViewPr varScale="1">
        <p:scale>
          <a:sx n="55" d="100"/>
          <a:sy n="55" d="100"/>
        </p:scale>
        <p:origin x="3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wangi Shahi" userId="b65688c1e9b441ea" providerId="LiveId" clId="{2B7FDF0F-BA2C-443C-990A-4C2D1F8D17F5}"/>
    <pc:docChg chg="custSel addSld delSld modSld modMainMaster">
      <pc:chgData name="Shiwangi Shahi" userId="b65688c1e9b441ea" providerId="LiveId" clId="{2B7FDF0F-BA2C-443C-990A-4C2D1F8D17F5}" dt="2026-02-12T06:44:33.147" v="160"/>
      <pc:docMkLst>
        <pc:docMk/>
      </pc:docMkLst>
      <pc:sldChg chg="modSp mod setBg">
        <pc:chgData name="Shiwangi Shahi" userId="b65688c1e9b441ea" providerId="LiveId" clId="{2B7FDF0F-BA2C-443C-990A-4C2D1F8D17F5}" dt="2026-02-12T06:44:33.147" v="160"/>
        <pc:sldMkLst>
          <pc:docMk/>
          <pc:sldMk cId="2267256663" sldId="256"/>
        </pc:sldMkLst>
        <pc:spChg chg="mod">
          <ac:chgData name="Shiwangi Shahi" userId="b65688c1e9b441ea" providerId="LiveId" clId="{2B7FDF0F-BA2C-443C-990A-4C2D1F8D17F5}" dt="2026-02-12T06:41:00.685" v="131" actId="2711"/>
          <ac:spMkLst>
            <pc:docMk/>
            <pc:sldMk cId="2267256663" sldId="256"/>
            <ac:spMk id="2" creationId="{79F79D0F-B9C9-6122-10EC-61FF3C846C06}"/>
          </ac:spMkLst>
        </pc:spChg>
        <pc:spChg chg="mod">
          <ac:chgData name="Shiwangi Shahi" userId="b65688c1e9b441ea" providerId="LiveId" clId="{2B7FDF0F-BA2C-443C-990A-4C2D1F8D17F5}" dt="2026-02-12T06:41:18.704" v="133" actId="114"/>
          <ac:spMkLst>
            <pc:docMk/>
            <pc:sldMk cId="2267256663" sldId="256"/>
            <ac:spMk id="3" creationId="{550B9FD9-9CB8-AD8F-2C2D-01E7C1CFE8A4}"/>
          </ac:spMkLst>
        </pc:spChg>
      </pc:sldChg>
      <pc:sldChg chg="addSp delSp modSp del mod">
        <pc:chgData name="Shiwangi Shahi" userId="b65688c1e9b441ea" providerId="LiveId" clId="{2B7FDF0F-BA2C-443C-990A-4C2D1F8D17F5}" dt="2026-02-12T06:33:05.775" v="64" actId="2696"/>
        <pc:sldMkLst>
          <pc:docMk/>
          <pc:sldMk cId="3337878869" sldId="257"/>
        </pc:sldMkLst>
        <pc:spChg chg="add">
          <ac:chgData name="Shiwangi Shahi" userId="b65688c1e9b441ea" providerId="LiveId" clId="{2B7FDF0F-BA2C-443C-990A-4C2D1F8D17F5}" dt="2026-02-12T06:13:42.294" v="1"/>
          <ac:spMkLst>
            <pc:docMk/>
            <pc:sldMk cId="3337878869" sldId="257"/>
            <ac:spMk id="2" creationId="{F7862B71-EA23-427B-26E9-5B1412E19EA1}"/>
          </ac:spMkLst>
        </pc:spChg>
        <pc:spChg chg="add del mod">
          <ac:chgData name="Shiwangi Shahi" userId="b65688c1e9b441ea" providerId="LiveId" clId="{2B7FDF0F-BA2C-443C-990A-4C2D1F8D17F5}" dt="2026-02-12T06:14:41.945" v="8"/>
          <ac:spMkLst>
            <pc:docMk/>
            <pc:sldMk cId="3337878869" sldId="257"/>
            <ac:spMk id="3" creationId="{C2FDE748-20A3-A148-7818-C30E0FF077F8}"/>
          </ac:spMkLst>
        </pc:spChg>
        <pc:spChg chg="add mod">
          <ac:chgData name="Shiwangi Shahi" userId="b65688c1e9b441ea" providerId="LiveId" clId="{2B7FDF0F-BA2C-443C-990A-4C2D1F8D17F5}" dt="2026-02-12T06:32:53.880" v="62" actId="21"/>
          <ac:spMkLst>
            <pc:docMk/>
            <pc:sldMk cId="3337878869" sldId="257"/>
            <ac:spMk id="4" creationId="{61727C7E-67C4-3421-8728-BEAF2EFC770E}"/>
          </ac:spMkLst>
        </pc:spChg>
        <pc:spChg chg="mod">
          <ac:chgData name="Shiwangi Shahi" userId="b65688c1e9b441ea" providerId="LiveId" clId="{2B7FDF0F-BA2C-443C-990A-4C2D1F8D17F5}" dt="2026-02-12T06:14:05.278" v="4" actId="14100"/>
          <ac:spMkLst>
            <pc:docMk/>
            <pc:sldMk cId="3337878869" sldId="257"/>
            <ac:spMk id="5" creationId="{8FDB78C7-35D8-006E-6932-B4F4D7D48AC6}"/>
          </ac:spMkLst>
        </pc:spChg>
        <pc:spChg chg="add">
          <ac:chgData name="Shiwangi Shahi" userId="b65688c1e9b441ea" providerId="LiveId" clId="{2B7FDF0F-BA2C-443C-990A-4C2D1F8D17F5}" dt="2026-02-12T06:24:39.253" v="27"/>
          <ac:spMkLst>
            <pc:docMk/>
            <pc:sldMk cId="3337878869" sldId="257"/>
            <ac:spMk id="6" creationId="{E054474E-05E5-EE90-318D-1E316473EB18}"/>
          </ac:spMkLst>
        </pc:spChg>
        <pc:spChg chg="add mod">
          <ac:chgData name="Shiwangi Shahi" userId="b65688c1e9b441ea" providerId="LiveId" clId="{2B7FDF0F-BA2C-443C-990A-4C2D1F8D17F5}" dt="2026-02-12T06:25:08.160" v="31"/>
          <ac:spMkLst>
            <pc:docMk/>
            <pc:sldMk cId="3337878869" sldId="257"/>
            <ac:spMk id="7" creationId="{666A9596-2E7C-2B68-D11E-B1867E63A73A}"/>
          </ac:spMkLst>
        </pc:spChg>
        <pc:picChg chg="add del mod">
          <ac:chgData name="Shiwangi Shahi" userId="b65688c1e9b441ea" providerId="LiveId" clId="{2B7FDF0F-BA2C-443C-990A-4C2D1F8D17F5}" dt="2026-02-12T06:26:24.728" v="40" actId="21"/>
          <ac:picMkLst>
            <pc:docMk/>
            <pc:sldMk cId="3337878869" sldId="257"/>
            <ac:picMk id="8" creationId="{B9C7F9A2-8291-E353-4CBF-7FABBBE37872}"/>
          </ac:picMkLst>
        </pc:picChg>
      </pc:sldChg>
      <pc:sldChg chg="del">
        <pc:chgData name="Shiwangi Shahi" userId="b65688c1e9b441ea" providerId="LiveId" clId="{2B7FDF0F-BA2C-443C-990A-4C2D1F8D17F5}" dt="2026-02-12T06:28:54.751" v="46" actId="2696"/>
        <pc:sldMkLst>
          <pc:docMk/>
          <pc:sldMk cId="3644370044" sldId="258"/>
        </pc:sldMkLst>
      </pc:sldChg>
      <pc:sldChg chg="modSp mod">
        <pc:chgData name="Shiwangi Shahi" userId="b65688c1e9b441ea" providerId="LiveId" clId="{2B7FDF0F-BA2C-443C-990A-4C2D1F8D17F5}" dt="2026-02-12T06:35:20.656" v="106" actId="20577"/>
        <pc:sldMkLst>
          <pc:docMk/>
          <pc:sldMk cId="3782682618" sldId="259"/>
        </pc:sldMkLst>
        <pc:spChg chg="mod">
          <ac:chgData name="Shiwangi Shahi" userId="b65688c1e9b441ea" providerId="LiveId" clId="{2B7FDF0F-BA2C-443C-990A-4C2D1F8D17F5}" dt="2026-02-12T06:35:20.656" v="106" actId="20577"/>
          <ac:spMkLst>
            <pc:docMk/>
            <pc:sldMk cId="3782682618" sldId="259"/>
            <ac:spMk id="9" creationId="{CF285C3A-7D38-5857-85AB-C100FB39D716}"/>
          </ac:spMkLst>
        </pc:spChg>
      </pc:sldChg>
      <pc:sldChg chg="modSp mod">
        <pc:chgData name="Shiwangi Shahi" userId="b65688c1e9b441ea" providerId="LiveId" clId="{2B7FDF0F-BA2C-443C-990A-4C2D1F8D17F5}" dt="2026-02-12T06:37:47.929" v="116" actId="255"/>
        <pc:sldMkLst>
          <pc:docMk/>
          <pc:sldMk cId="4184779520" sldId="260"/>
        </pc:sldMkLst>
        <pc:spChg chg="mod">
          <ac:chgData name="Shiwangi Shahi" userId="b65688c1e9b441ea" providerId="LiveId" clId="{2B7FDF0F-BA2C-443C-990A-4C2D1F8D17F5}" dt="2026-02-12T06:37:47.929" v="116" actId="255"/>
          <ac:spMkLst>
            <pc:docMk/>
            <pc:sldMk cId="4184779520" sldId="260"/>
            <ac:spMk id="3" creationId="{1AE21BD2-7F79-836F-E3A4-4BD4EBA90B4D}"/>
          </ac:spMkLst>
        </pc:spChg>
      </pc:sldChg>
      <pc:sldChg chg="modSp mod">
        <pc:chgData name="Shiwangi Shahi" userId="b65688c1e9b441ea" providerId="LiveId" clId="{2B7FDF0F-BA2C-443C-990A-4C2D1F8D17F5}" dt="2026-02-12T06:38:23.243" v="120" actId="2711"/>
        <pc:sldMkLst>
          <pc:docMk/>
          <pc:sldMk cId="2086128203" sldId="261"/>
        </pc:sldMkLst>
        <pc:spChg chg="mod">
          <ac:chgData name="Shiwangi Shahi" userId="b65688c1e9b441ea" providerId="LiveId" clId="{2B7FDF0F-BA2C-443C-990A-4C2D1F8D17F5}" dt="2026-02-12T06:38:23.243" v="120" actId="2711"/>
          <ac:spMkLst>
            <pc:docMk/>
            <pc:sldMk cId="2086128203" sldId="261"/>
            <ac:spMk id="2" creationId="{14D1D6F1-9028-26FB-18FE-EC4BF8BEC20D}"/>
          </ac:spMkLst>
        </pc:spChg>
      </pc:sldChg>
      <pc:sldChg chg="del">
        <pc:chgData name="Shiwangi Shahi" userId="b65688c1e9b441ea" providerId="LiveId" clId="{2B7FDF0F-BA2C-443C-990A-4C2D1F8D17F5}" dt="2026-02-12T06:29:45.833" v="47" actId="2696"/>
        <pc:sldMkLst>
          <pc:docMk/>
          <pc:sldMk cId="3525918902" sldId="262"/>
        </pc:sldMkLst>
      </pc:sldChg>
      <pc:sldChg chg="del">
        <pc:chgData name="Shiwangi Shahi" userId="b65688c1e9b441ea" providerId="LiveId" clId="{2B7FDF0F-BA2C-443C-990A-4C2D1F8D17F5}" dt="2026-02-12T06:29:56.387" v="48" actId="2696"/>
        <pc:sldMkLst>
          <pc:docMk/>
          <pc:sldMk cId="327618080" sldId="263"/>
        </pc:sldMkLst>
      </pc:sldChg>
      <pc:sldChg chg="modSp mod">
        <pc:chgData name="Shiwangi Shahi" userId="b65688c1e9b441ea" providerId="LiveId" clId="{2B7FDF0F-BA2C-443C-990A-4C2D1F8D17F5}" dt="2026-02-12T06:39:12.891" v="124" actId="255"/>
        <pc:sldMkLst>
          <pc:docMk/>
          <pc:sldMk cId="1682113950" sldId="264"/>
        </pc:sldMkLst>
        <pc:spChg chg="mod">
          <ac:chgData name="Shiwangi Shahi" userId="b65688c1e9b441ea" providerId="LiveId" clId="{2B7FDF0F-BA2C-443C-990A-4C2D1F8D17F5}" dt="2026-02-12T06:39:12.891" v="124" actId="255"/>
          <ac:spMkLst>
            <pc:docMk/>
            <pc:sldMk cId="1682113950" sldId="264"/>
            <ac:spMk id="3" creationId="{D726A977-13B6-5655-F71C-912F407498E9}"/>
          </ac:spMkLst>
        </pc:spChg>
      </pc:sldChg>
      <pc:sldChg chg="del">
        <pc:chgData name="Shiwangi Shahi" userId="b65688c1e9b441ea" providerId="LiveId" clId="{2B7FDF0F-BA2C-443C-990A-4C2D1F8D17F5}" dt="2026-02-12T06:30:18.139" v="49" actId="2696"/>
        <pc:sldMkLst>
          <pc:docMk/>
          <pc:sldMk cId="2530305878" sldId="265"/>
        </pc:sldMkLst>
      </pc:sldChg>
      <pc:sldChg chg="del">
        <pc:chgData name="Shiwangi Shahi" userId="b65688c1e9b441ea" providerId="LiveId" clId="{2B7FDF0F-BA2C-443C-990A-4C2D1F8D17F5}" dt="2026-02-12T06:30:23.665" v="50" actId="2696"/>
        <pc:sldMkLst>
          <pc:docMk/>
          <pc:sldMk cId="3235846680" sldId="266"/>
        </pc:sldMkLst>
      </pc:sldChg>
      <pc:sldChg chg="modSp mod">
        <pc:chgData name="Shiwangi Shahi" userId="b65688c1e9b441ea" providerId="LiveId" clId="{2B7FDF0F-BA2C-443C-990A-4C2D1F8D17F5}" dt="2026-02-12T06:40:32.097" v="130" actId="242"/>
        <pc:sldMkLst>
          <pc:docMk/>
          <pc:sldMk cId="781122006" sldId="267"/>
        </pc:sldMkLst>
        <pc:spChg chg="mod">
          <ac:chgData name="Shiwangi Shahi" userId="b65688c1e9b441ea" providerId="LiveId" clId="{2B7FDF0F-BA2C-443C-990A-4C2D1F8D17F5}" dt="2026-02-12T06:40:32.097" v="130" actId="242"/>
          <ac:spMkLst>
            <pc:docMk/>
            <pc:sldMk cId="781122006" sldId="267"/>
            <ac:spMk id="3" creationId="{1A21FB19-E62E-2F27-C730-934ED802D9E2}"/>
          </ac:spMkLst>
        </pc:spChg>
      </pc:sldChg>
      <pc:sldChg chg="addSp delSp modSp new del mod">
        <pc:chgData name="Shiwangi Shahi" userId="b65688c1e9b441ea" providerId="LiveId" clId="{2B7FDF0F-BA2C-443C-990A-4C2D1F8D17F5}" dt="2026-02-12T06:32:42.107" v="61" actId="2696"/>
        <pc:sldMkLst>
          <pc:docMk/>
          <pc:sldMk cId="1059787502" sldId="268"/>
        </pc:sldMkLst>
        <pc:spChg chg="add del mod">
          <ac:chgData name="Shiwangi Shahi" userId="b65688c1e9b441ea" providerId="LiveId" clId="{2B7FDF0F-BA2C-443C-990A-4C2D1F8D17F5}" dt="2026-02-12T06:32:26.300" v="59"/>
          <ac:spMkLst>
            <pc:docMk/>
            <pc:sldMk cId="1059787502" sldId="268"/>
            <ac:spMk id="3" creationId="{5211D571-AEC4-A847-274C-A61D3336163C}"/>
          </ac:spMkLst>
        </pc:spChg>
      </pc:sldChg>
      <pc:sldChg chg="addSp modSp new mod setBg modNotesTx">
        <pc:chgData name="Shiwangi Shahi" userId="b65688c1e9b441ea" providerId="LiveId" clId="{2B7FDF0F-BA2C-443C-990A-4C2D1F8D17F5}" dt="2026-02-12T06:44:33.147" v="160"/>
        <pc:sldMkLst>
          <pc:docMk/>
          <pc:sldMk cId="1484319637" sldId="269"/>
        </pc:sldMkLst>
        <pc:picChg chg="add mod">
          <ac:chgData name="Shiwangi Shahi" userId="b65688c1e9b441ea" providerId="LiveId" clId="{2B7FDF0F-BA2C-443C-990A-4C2D1F8D17F5}" dt="2026-02-12T06:26:56.662" v="45" actId="14100"/>
          <ac:picMkLst>
            <pc:docMk/>
            <pc:sldMk cId="1484319637" sldId="269"/>
            <ac:picMk id="8" creationId="{B9C7F9A2-8291-E353-4CBF-7FABBBE37872}"/>
          </ac:picMkLst>
        </pc:picChg>
      </pc:sldChg>
      <pc:sldChg chg="addSp modSp new mod setBg modNotesTx">
        <pc:chgData name="Shiwangi Shahi" userId="b65688c1e9b441ea" providerId="LiveId" clId="{2B7FDF0F-BA2C-443C-990A-4C2D1F8D17F5}" dt="2026-02-12T06:44:33.147" v="160"/>
        <pc:sldMkLst>
          <pc:docMk/>
          <pc:sldMk cId="2249333011" sldId="270"/>
        </pc:sldMkLst>
        <pc:spChg chg="add">
          <ac:chgData name="Shiwangi Shahi" userId="b65688c1e9b441ea" providerId="LiveId" clId="{2B7FDF0F-BA2C-443C-990A-4C2D1F8D17F5}" dt="2026-02-12T06:31:24.839" v="53"/>
          <ac:spMkLst>
            <pc:docMk/>
            <pc:sldMk cId="2249333011" sldId="270"/>
            <ac:spMk id="2" creationId="{9BF660B6-FF8A-DF42-771E-6666BF5EF492}"/>
          </ac:spMkLst>
        </pc:spChg>
        <pc:picChg chg="add mod">
          <ac:chgData name="Shiwangi Shahi" userId="b65688c1e9b441ea" providerId="LiveId" clId="{2B7FDF0F-BA2C-443C-990A-4C2D1F8D17F5}" dt="2026-02-12T06:31:36.945" v="56" actId="14100"/>
          <ac:picMkLst>
            <pc:docMk/>
            <pc:sldMk cId="2249333011" sldId="270"/>
            <ac:picMk id="3" creationId="{BC04746F-CE12-6F37-DECA-CF7F8FC9AE3A}"/>
          </ac:picMkLst>
        </pc:picChg>
      </pc:sldChg>
      <pc:sldMasterChg chg="setBg modSldLayout">
        <pc:chgData name="Shiwangi Shahi" userId="b65688c1e9b441ea" providerId="LiveId" clId="{2B7FDF0F-BA2C-443C-990A-4C2D1F8D17F5}" dt="2026-02-12T06:44:33.147" v="160"/>
        <pc:sldMasterMkLst>
          <pc:docMk/>
          <pc:sldMasterMk cId="420686070" sldId="2147483648"/>
        </pc:sldMasterMkLst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4273028039" sldId="2147483649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3518675504" sldId="2147483650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1128553113" sldId="2147483651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3228678960" sldId="2147483652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2014438713" sldId="2147483653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1681150036" sldId="2147483654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3542543952" sldId="2147483655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4022196100" sldId="2147483656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3275047179" sldId="2147483657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89365167" sldId="2147483658"/>
          </pc:sldLayoutMkLst>
        </pc:sldLayoutChg>
        <pc:sldLayoutChg chg="setBg">
          <pc:chgData name="Shiwangi Shahi" userId="b65688c1e9b441ea" providerId="LiveId" clId="{2B7FDF0F-BA2C-443C-990A-4C2D1F8D17F5}" dt="2026-02-12T06:44:33.147" v="160"/>
          <pc:sldLayoutMkLst>
            <pc:docMk/>
            <pc:sldMasterMk cId="420686070" sldId="2147483648"/>
            <pc:sldLayoutMk cId="427451815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126FA-252B-4ECB-851B-8831AA5534D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C4A50-D4EE-4BA8-AA51-E46D55911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36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Basic Calculator (Python –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Developed a GUI-based calculator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basic arithmetic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Addition, Subtraction, Multiplication, Division, and Percentage.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Includes functions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 (clear), decimal, and double zero (00)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Designed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clean and user-friendly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responsive buttons.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Implemented proper input handling for accurate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C4A50-D4EE-4BA8-AA51-E46D5591186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977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Scientific Calculator (Python –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GUI-based calculator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arithmetic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+, −, ×, ÷, %, decimal.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scientific functions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√, power (^), factorial (!), sin, cos, tan.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degree/radian mode selection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with clear display and responsive buttons.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input validation and error handling for accurate calculations.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C4A50-D4EE-4BA8-AA51-E46D5591186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6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4BC1-19AA-9D36-6737-5A934EAEC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CDFBF-835A-4845-3F2E-D04722015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7CE4A-8872-42CE-0086-99077EA4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0E28F-1FFF-35FB-E873-19E950F7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B1AD6-3200-C37A-C070-5B4BD8C5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2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D8FF-3C43-999C-77A1-DA447C3B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8BA8-F345-59DF-6288-7C0961C4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7B6BA-9F84-3741-6ABA-3855D659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AD93A-8A71-EA13-C322-8CAEDE54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4FFAC-C979-3B04-4341-CCD75A5B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67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2215-6BD3-FFF1-4AFF-2E58C616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708AB-D7F1-72EA-3C74-3B1A9C907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259FC-81D2-58D5-07D4-658D365A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0D22A-7B98-F2A8-E25A-164536DF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14868-D412-5E7A-7A08-57D64F4D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8516-121E-A9BD-1AC2-DCE50C83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984D-A9B2-DDC2-2016-10536EF62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8DB78-0229-DDB5-3D39-05F0F8BF9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DCC5-86D9-44B6-3A04-3DC1FFCE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6E63E-F168-B358-8A10-24A482F1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265E6-CC7B-43A1-671E-00EBEF04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7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76A8-F268-ACB4-CA9A-72A61760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45E76-F1D0-1D5F-EB39-DCB74293C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7B62A-E516-43D8-92CA-B5A28B8A1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049B1-80B2-E4A3-331A-5FDC24C42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10BCA-96B1-D37D-02C4-B4D916E7F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23911-4F9D-1C55-D8A1-C91CF956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3CFF7-38E3-6516-309D-FA3AB67B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B1C04-F641-A04A-A7B3-1252BD35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4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C3AC-F52F-16B7-E282-85276D9B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0C172-9BDB-CFD1-C845-7D69FE6E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AECC3-85A8-D78D-4A02-1750E63F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FB7DC-1535-1DA5-0F02-59B38441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15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BDA19-BEDF-4E1B-C3FD-E51C7744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81B0E-61C3-1653-D273-DF86BF3A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971C6-24EC-3985-12D5-B9092889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4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346D-F604-A600-E12E-A865FB03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F70A5-2DD8-5B21-AE80-01C7CB3E8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C0FC7-541E-E35E-FD04-82FFA04E5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133C6-687F-3EDA-55AF-198CE283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E2623-B574-7BDC-709B-1D620033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53225-12A0-70D6-A83A-BD0A1233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19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B83F-5683-A098-5CAD-EF3277ED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BD463-0166-E592-F8F8-7CD8A3C25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D2CBA-9EC5-FEF6-4AAA-6EAA8CC43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A5972-23A9-528E-0610-98C2684E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FBF6-53A4-2F7B-A78B-147D610A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18B05-8024-9966-2273-6DFD8FA5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4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4C1A-88CF-C627-8CAA-CE01CC7D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2E99B-2C6F-5C0B-601E-FE10DEC0D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A66CC-49B5-33AF-A220-89AB167F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9D2B1-66C2-8FA1-4FAD-74FA1193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EB39C-CD28-9519-0A84-EE5BD9BC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82280-5179-9668-F9D9-2BAFD4E27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817EC-1174-987A-7CAE-E57662A59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82A7C-7534-EAA1-0345-A2E9B0D9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27A9-C8AD-4FEB-16E0-342626D9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FC7F0-B5BD-31D4-EA62-EC87BDB4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1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363EE-5376-7A6B-66CC-9FB994A9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F2804-8D5B-5C09-9ACE-258793988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9A8DD-11D6-454F-49CC-63FC9AEB7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8A8F7-4DEE-4989-AD9E-104FF6B0AEB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6276-B8CA-1C78-8E44-728DEC4D9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C5B19-A090-DB4F-E4E0-DEDFB2C23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C04FD-5F02-4521-AD8E-1AFEE057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8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9D0F-B9C9-6122-10EC-61FF3C846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GUI Calculator Project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B9FD9-9CB8-AD8F-2C2D-01E7C1CFE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>
            <a:normAutofit lnSpcReduction="10000"/>
          </a:bodyPr>
          <a:lstStyle/>
          <a:p>
            <a:endParaRPr lang="en-US" sz="3800" i="1" dirty="0"/>
          </a:p>
          <a:p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Developed Using Python and the </a:t>
            </a:r>
            <a:r>
              <a:rPr lang="en-US" sz="3800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Presented By: Shiwangi Shahi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Organization : Next Hikes IT Solution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256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C7F9A2-8291-E353-4CBF-7FABBBE37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235" y="81023"/>
            <a:ext cx="7535119" cy="677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1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4746F-CE12-6F37-DECA-CF7F8FC9A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451" y="0"/>
            <a:ext cx="51507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3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285C3A-7D38-5857-85AB-C100FB39D716}"/>
              </a:ext>
            </a:extLst>
          </p:cNvPr>
          <p:cNvSpPr txBox="1"/>
          <p:nvPr/>
        </p:nvSpPr>
        <p:spPr>
          <a:xfrm>
            <a:off x="0" y="0"/>
            <a:ext cx="12192000" cy="387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Goal &amp; Objectives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build a user-friendly calculator application with a graphical interface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 basic arithmetic operations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 scientific operations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 GUI 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Implement error handling (e.g., division by zero)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8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E21BD2-7F79-836F-E3A4-4BD4EBA90B4D}"/>
              </a:ext>
            </a:extLst>
          </p:cNvPr>
          <p:cNvSpPr txBox="1"/>
          <p:nvPr/>
        </p:nvSpPr>
        <p:spPr>
          <a:xfrm>
            <a:off x="0" y="0"/>
            <a:ext cx="1219200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 Requirements &amp; Tools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Programming Language: Python 3.14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GUI Library: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Development Tools: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VS Code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Operating System: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</a:p>
        </p:txBody>
      </p:sp>
    </p:spTree>
    <p:extLst>
      <p:ext uri="{BB962C8B-B14F-4D97-AF65-F5344CB8AC3E}">
        <p14:creationId xmlns:p14="http://schemas.microsoft.com/office/powerpoint/2010/main" val="418477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D1D6F1-9028-26FB-18FE-EC4BF8BEC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19498"/>
            <a:ext cx="12192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Application Design &amp;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Grid-based layout for buttons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Simple and interactive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Widgets used: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Tk() – Main window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Entry – Display input/output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Button – Numbers and operators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Label – Title (optional)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12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26A977-13B6-5655-F71C-912F407498E9}"/>
              </a:ext>
            </a:extLst>
          </p:cNvPr>
          <p:cNvSpPr txBox="1"/>
          <p:nvPr/>
        </p:nvSpPr>
        <p:spPr>
          <a:xfrm>
            <a:off x="0" y="1"/>
            <a:ext cx="12192000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Challenges &amp; Learnings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Managing invalid inputs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Handling division by zero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Managing multiple operators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Learnings: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GUI development using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Event-driven programming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Python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168211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1FB19-E62E-2F27-C730-934ED802D9E2}"/>
              </a:ext>
            </a:extLst>
          </p:cNvPr>
          <p:cNvSpPr txBox="1"/>
          <p:nvPr/>
        </p:nvSpPr>
        <p:spPr>
          <a:xfrm>
            <a:off x="3048000" y="3244334"/>
            <a:ext cx="6096000" cy="1549014"/>
          </a:xfrm>
          <a:prstGeom prst="rect">
            <a:avLst/>
          </a:prstGeom>
          <a:noFill/>
        </p:spPr>
        <p:txBody>
          <a:bodyPr wrap="square" anchor="ctr" anchorCtr="1">
            <a:spAutoFit/>
          </a:bodyPr>
          <a:lstStyle/>
          <a:p>
            <a:pPr>
              <a:lnSpc>
                <a:spcPct val="15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8112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305</Words>
  <Application>Microsoft Office PowerPoint</Application>
  <PresentationFormat>Widescreen</PresentationFormat>
  <Paragraphs>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              GUI Calculator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Shiwangi Shahi</dc:creator>
  <cp:lastModifiedBy>Shiwangi Shahi</cp:lastModifiedBy>
  <cp:revision>2</cp:revision>
  <dcterms:created xsi:type="dcterms:W3CDTF">2026-02-03T13:57:36Z</dcterms:created>
  <dcterms:modified xsi:type="dcterms:W3CDTF">2026-02-12T06:44:45Z</dcterms:modified>
</cp:coreProperties>
</file>